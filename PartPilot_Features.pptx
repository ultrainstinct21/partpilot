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PartPilot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426188"/>
                </a:solidFill>
              </a:rPr>
              <a:t>AI-Assisted Component Data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F4F5"/>
                </a:solidFill>
              </a:rPr>
              <a:t>Power MOSFETs  ·  Gate Drivers  ·  Parametric Search  ·  BOM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82512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77"/>
                </a:solidFill>
              </a:rPr>
              <a:t>Web Data Mining  ·  R5CO4201T  ·  Study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Overview — What PartPilot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3566160" cy="14173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95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  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43000"/>
            <a:ext cx="3236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Pulls part data from DigiKey, Nexar (Octopart) and Mouser APIs simultaneously.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685800"/>
            <a:ext cx="3566160" cy="14173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685800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795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  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143000"/>
            <a:ext cx="3236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Fetches datasheet PDFs with robots.txt compliance, 1 s delay, and SHA-256 hashing.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685800"/>
            <a:ext cx="3566160" cy="14173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0688" y="685800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795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 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143000"/>
            <a:ext cx="3236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Three-tier pipeline: table parser → LLM (JSON schema) → vision model. Higher tier only when the lower fails.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304288"/>
            <a:ext cx="3566160" cy="14173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2304288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24140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 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2761488"/>
            <a:ext cx="3236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Unit conversion (pint), range checks, cross-check against API values, confidence scoring.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304288"/>
            <a:ext cx="3566160" cy="14173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3360" y="2304288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7952" y="24140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 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2761488"/>
            <a:ext cx="3236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Every value saved with source file, page, tier, condition, confidence, and status.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90688" y="2304288"/>
            <a:ext cx="3566160" cy="14173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90688" y="2304288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24140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  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2761488"/>
            <a:ext cx="3236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FastAPI backend + React frontend: NL search, part detail, source viewer, review queue, BOM check,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System Architecture — 9-Module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Collector
(DigiKey · Nexar · Mouser)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2542032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Raw Store
(PDFs + JSON cache)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2542032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52928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Extractor
(Tier 1 · 2 ·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2542032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6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51376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6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Validator
(units · ranges · cross-check)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542032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9824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9824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5544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Database
(SQLite + vector index)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2542032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48272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48272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Services
(search · alts · BOM)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2542032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API Layer
(FastAPI)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4" y="2542032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5168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45168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8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Review Queue
(low-confidence values)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3032" y="2542032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43616" y="2286000"/>
            <a:ext cx="1188720" cy="7772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43616" y="2286000"/>
            <a:ext cx="11887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89336" y="235915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4F4F5"/>
                </a:solidFill>
              </a:rPr>
              <a:t>Frontend
(React + shadcn/ui)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3657600"/>
            <a:ext cx="3566160" cy="13716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6032" y="3657600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3767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1 — 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" y="4114800"/>
            <a:ext cx="32369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Table parser + regex
Always runs first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96512" y="3657600"/>
            <a:ext cx="3566160" cy="13716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96512" y="3657600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4" y="3767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2 — LLM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61104" y="4114800"/>
            <a:ext cx="32369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LangChain + JSON schema
Activates on Tier 1 failure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36992" y="3657600"/>
            <a:ext cx="3566160" cy="13716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36992" y="3657600"/>
            <a:ext cx="356616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1584" y="3767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3 — Vision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1584" y="4114800"/>
            <a:ext cx="32369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Vision model on page image
Fallback for image-only tables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" y="3337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6188"/>
                </a:solidFill>
              </a:rPr>
              <a:t>Extraction Tiers — cost-efficient cascading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Feature 1 — Data Collection &amp;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40080"/>
            <a:ext cx="5669280" cy="219456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4008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49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Multi-Source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097280"/>
            <a:ext cx="53400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DigiKey v4 API — parameters, price, stock, lifecycle, datasheet links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Nexar GraphQL — provider-first discovery, similar parts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Mouser API — second price/stock source and cross-check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OAuth 2.0 token refresh, retry with back-off, per-host rate limiter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Raw JSON responses cached with date stamp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300+ parts seeded across power MOSFETs and gate drivers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3017520"/>
            <a:ext cx="5669280" cy="219456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301752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31272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Datasheet 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3474720"/>
            <a:ext cx="53400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robots.txt checked for every host before first request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1-second delay between requests, clear User-Agent with contact address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File validated as real PDF, saved with SHA-256 hash in filename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Scanned (image-only) PDFs flagged for Tier 3 vision extraction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Source record written: URL, fetch timestamp, hash,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90 %+ PDF coverage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640080"/>
            <a:ext cx="5669280" cy="219456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64008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749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Tier 1 — Table Parser &amp; Regex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097280"/>
            <a:ext cx="53400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pdfplumber identifies Electrical Characteristics / Absolute Max Ratings pages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Header and symbol columns parsed; rows matched via name_map table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Min / typ / max values and test conditions read with regex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Page number and method tag written with every value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Failed fields passed to Tier 2 (no value is silently dropped)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017520"/>
            <a:ext cx="5669280" cy="219456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01752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1272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Tier 2 &amp; 3 — LangChain Chains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474720"/>
            <a:ext cx="53400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init_chat_model — provider swappable via config (OpenAI, Anthropic, Google)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.with_structured_output(PydanticSchema) — zero hallucination by design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Only relevant pages sent — context window and cost controlled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SQLiteCache — identical inputs reuse the saved answer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Tier 3 renders the page as an image; vision model fills remaining gaps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token count + cost logged to llm_calls table per call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Feature 2 — Validation &amp;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3749039" cy="18288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3749039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9552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Unit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43000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All values normalised to SI base units via pint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Supports voltage (V), current (A), resistance (Ω), charge (C/nC), time (ns/µs)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Mis-matched units caught before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39" y="685800"/>
            <a:ext cx="3749039" cy="18288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39" y="685800"/>
            <a:ext cx="3749039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79552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Range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143000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Per-field allowed ranges defined for every MOSFET and gate-driver parameter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Values outside range set to status = rejected with reason string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min ≤ typ ≤ max ordering enforced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6" y="685800"/>
            <a:ext cx="3749039" cy="18288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6" y="685800"/>
            <a:ext cx="3749039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79552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Cross-Check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1143000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Each extracted value compared against the distributor API value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Tolerance window configurable per field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Discrepancy sets status = review and raises confidence penalty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715768"/>
            <a:ext cx="3749039" cy="18288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2715768"/>
            <a:ext cx="3749039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2825496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Confidence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3172968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Score derived from: tier used, range pass, API match, condition completeness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Three bands: high (green), medium (yellow), low (red) — shown as badge in UI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Low-confidence values automatically queued for human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39" y="2715768"/>
            <a:ext cx="3749039" cy="18288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39" y="2715768"/>
            <a:ext cx="3749039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1" y="2825496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Provenance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1" y="3172968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Every value stores: source file, page number, tier, condition (JSON), confidence, status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Source Viewer opens the exact datasheet page beside the value in a slide-over panel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SHA-256 hash detects datasheet changes between re-runs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6446" y="2715768"/>
            <a:ext cx="3749039" cy="18288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6" y="2715768"/>
            <a:ext cx="3749039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8" y="2825496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Review 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3172968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Low-confidence and cross-check failures surface in /review page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Accept / Correct / Reject with keyboard shortcuts (j/k/a/x/c)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Corrections feed back into name_map and prompt improvements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8-second undo toast for accidental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Feature 3 — Natural-Language Parametric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85800"/>
            <a:ext cx="54864" cy="68580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</a:rPr>
              <a:t>🔍  "100 V N-channel MOSFET, Rds(on) below 5 mΩ, in stock"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508760"/>
            <a:ext cx="5669280" cy="21488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50876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618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Filter Builder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1965960"/>
            <a:ext cx="53400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LangChain chain converts free-text query into a structured JSON filter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Filter validated against Pydantic schema before DB query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LLM never chooses rows — only builds the filter; DB always picks results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Deterministic regex fallback when LLM endpoint is unreachable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508760"/>
            <a:ext cx="5669280" cy="21488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50876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18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Editable Filter Chips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965960"/>
            <a:ext cx="53400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Parsed filters shown as interactive chips in the UI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Each chip supports operators: =, ≥, ≤, in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Chips can be removed or edited inline without re-typing the query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Debounced at 300 ms — live results as the user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858768"/>
            <a:ext cx="5669280" cy="21488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85876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39684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Search Results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4315968"/>
            <a:ext cx="53400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TanStack Table with custom sort indicators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Columns: MPN, Manufacturer, Package, Lifecycle, key parameters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CSV export for offline use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Compare tray — select 2–4 parts and jump to side-by-side compare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858768"/>
            <a:ext cx="5669280" cy="214884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85876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39684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Performance &amp;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315968"/>
            <a:ext cx="53400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Target: answer in ≤ 5 seconds (NFR-04)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LLM result cached in SQLiteCache — repeat queries are instant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Rate limiter on /api/search — protects LLM quota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API keys never reach the browser (NFR-02, NFR-07)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Feature 4 — Part Detail &amp; Source Viewer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5669280" cy="23317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95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Part Detail Page  (/parts/:id)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43000"/>
            <a:ext cx="5340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Header: lifecycle badge (Active / NRND / Obsolete), family, MPN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Direct action buttons: Compare, Alternatives, Datasheet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Grouped parameter tables: Absolute Max, Electrical, Thermal, Package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Discrepancy icon when extracted value differs from distributor 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Provenance button on each value — opens Source Viewer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3218688"/>
            <a:ext cx="5669280" cy="23317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321868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33284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Tabs — Offers &amp;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3675888"/>
            <a:ext cx="5340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Offers tab: stock level, pricing tiers, lead time from all distributors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Alternatives tab: pin-compatible drop-ins with parameter deltas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Alternative explanation generated by LangChain (e.g. 'lower Rds(on), higher Qg')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Hard rules filter alternatives that fail critical specs (e.g. lower Vds)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685800"/>
            <a:ext cx="5669280" cy="23317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68580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795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Source Viewer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43000"/>
            <a:ext cx="5340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50 % width slide-over sheet (zero shadows, dark surface)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react-pdf canvas renders exact datasheet page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2-px bounding-box highlight around the extracted region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Provenance metadata: source URL, fetch timestamp, SHA-256 hash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'Flag this value' dispatches directly to the review queue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3218688"/>
            <a:ext cx="5669280" cy="23317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21868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284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Confidence Badges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75888"/>
            <a:ext cx="5340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Every parameter displays a colour-coded badge: green / yellow / red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Badge reflects tier used + range pass + API match + condition presence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Tooltip shows numeric confidence score and status reason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Rejected values shown with a strike-through and reason label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Feature 5 — BOM Risk Check &amp; Alternative 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5669280" cy="242316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95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BOM Upload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43000"/>
            <a:ext cx="534009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Stepper UI: Upload CSV → Map Columns → Risk Audit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5 MiB client-side file validation, drag-and-drop dropzone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Sample demo BOM loader for quick demonstration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Column mapper: assign MPN, Quantity, Reference Designator dynamically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10-row preview table before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685800"/>
            <a:ext cx="5669280" cy="242316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68580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795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 Audit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143000"/>
            <a:ext cx="534009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Flags: Obsolete part, NRND, Low stock, Single-source risk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Summary statistics bar + severity filter pills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Detailed risk audit log per line item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Manual catalog replacement picker for parts not yet indexed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POST /api/bom/check — backend processes CSV, returns risk table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310128"/>
            <a:ext cx="5669280" cy="242316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331012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34198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Alternative Part Finder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3767328"/>
            <a:ext cx="534009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Ranks parts in the same family and package by weighted parameter distance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Hard rules: never suggest a part with lower Vds or Id rating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Stock and lifecycle status added to ranking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One-sentence LangChain explanation per alternative (trade-off summary)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GET /api/parts/{id}/alternatives — top-N ranked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310128"/>
            <a:ext cx="5669280" cy="242316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31012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4198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Lifecycle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767328"/>
            <a:ext cx="534009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Status per part: Active · NRND · End-of-Life · Obsolete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Status sourced from DigiKey and Nexar lifecycle fields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Lifecycle badge shown on Part Detail header and search results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BOM check automatically flags NRND and obsolete line items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Feature 6 — Evaluation Framework &amp;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5669280" cy="23317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95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Gold Set &amp;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43000"/>
            <a:ext cx="5340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80 hand-labelled parts, 5+ manufacturers, 10–15 fields each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20 % of labels independently verified — inter-annotator agreement recorded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eval/metrics.py: field accuracy, cost per datasheet, latency stats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eval/gold_set.py: loader, validator, agreement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3218688"/>
            <a:ext cx="5669280" cy="23317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321868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33284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Experiments (WP8)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3675888"/>
            <a:ext cx="5340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Exp 1: Tier 1 vs Tier 2 (text) vs Tier 2 (tables) vs Tier 3 — accuracy, cost, time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Exp 2: Tiered use vs 'always best tier' — cost saved at same accuracy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Exp 3: Validation on vs off — wrong values stopped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Exp 4: NL search vs keyword search — query success on 30 queries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Exp 5: Alternative finder vs expert opinion — Precision@3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Exp 6: Accuracy by manufacturer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685800"/>
            <a:ext cx="5669280" cy="23317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68580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795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Platform Dashboard  (/dashboard)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43000"/>
            <a:ext cx="5340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KPI cards: total parts, coverage %, mean confidence, LLM cost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Recharts: parts per family, values by status, LLM token usage, accuracy per family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Strict monochrome palette — no coloured fills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Accessible 'View as table' toggle for every chart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Data served from GET /api/stats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3218688"/>
            <a:ext cx="5669280" cy="23317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21868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284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Extraction Jobs  (/jobs)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75888"/>
            <a:ext cx="5340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Start new extraction with MPN + family; zod-validated form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Job status table: progress bar, state badges, message logs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Real-time polling every 3 s while jobs run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Job restart button for failed extractions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BackgroundTasks in FastAPI — no request blocking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58368"/>
            <a:ext cx="2834640" cy="54864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58368"/>
            <a:ext cx="283464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68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15568"/>
            <a:ext cx="250545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Python 3.12, FastAPI, Uvicorn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LangChain (langchain-core, provider packages)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pdfplumber, PyMuPDF — PDF parsing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pint — unit conversion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SQLAlchemy + SQLite — database + vector index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httpx + tenacity — HTTP with retry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pytest — 765 tests, 100 %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658368"/>
            <a:ext cx="2834640" cy="54864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658368"/>
            <a:ext cx="283464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768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LangChain Chains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115568"/>
            <a:ext cx="250545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init_chat_model — provider-agnostic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.with_structured_output(Pydantic) — typed extraction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InMemoryRateLimiter, .with_retry()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SQLiteCache — cost &amp; latency reduction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langchain-huggingface embeddings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FAISS / Chroma vector store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Supports OpenAI, Anthropic, Google, any OpenAI-compat. endpoint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658368"/>
            <a:ext cx="2834640" cy="54864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658368"/>
            <a:ext cx="283464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768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115568"/>
            <a:ext cx="250545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React 18, TypeScript, Vite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shadcn/ui + Tailwind CSS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TanStack Query + TanStack Table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react-pdf (pdf.js) — in-browser datasheet viewer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Recharts — dashboard charts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MSW (Mock Service Worker) for dev mocks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Vitest + React Testing Library — 26 tests, 100 % passing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63456" y="658368"/>
            <a:ext cx="2834640" cy="54864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456" y="658368"/>
            <a:ext cx="283464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768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1115568"/>
            <a:ext cx="250545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Docker Compose: backend :8000, frontend :5173, mock :8001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nginx proxies /api to backend — frontend never hits APIs directly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GitHub Actions CI — lint + test on every PR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Makefile: setup · run-api · run-web · mock-api · test · lint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data/ volume — PDFs and DB survive container restarts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4F4F5"/>
                </a:solidFill>
              </a:rPr>
              <a:t>• Bundle size: 125.98 kB gzip (target &lt; 250 kB)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Requirements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58368"/>
            <a:ext cx="7132320" cy="566928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58368"/>
            <a:ext cx="713232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6809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Functional Requirements (15 / 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15568"/>
            <a:ext cx="6803136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FR-01  Collect from ≥ 2 APIs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FR-02  Download datasheet PDFs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FR-03  Extract ≥ 12 MOSFET fields (13 implemented)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FR-04  Extract ≥ 10 gate-driver fields (13 implemented)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FR-05  Save test condition with each value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FR-06  Convert all values to standard units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FR-07  Reject out-of-range values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FR-08  Cross-check extracted vs API value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FR-09  Store source, page, confidence per value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FR-10  Review queue for low-confidence values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FR-11  Natural-language search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FR-12  Show datasheet page beside each value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FR-13  Ranked alternative parts list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FR-14  BOM CSV upload + risk table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FR-15  Lifecycle status per part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658368"/>
            <a:ext cx="4206240" cy="292608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658368"/>
            <a:ext cx="420624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76809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Non-Functional Requirements (7 / 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115568"/>
            <a:ext cx="387705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NFR-01  Obey API rate limits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NFR-02  Keys stay on the server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NFR-03  LLM cannot hallucinate values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NFR-04  Search answers in ≤ 5 seconds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NFR-05  Extraction cost within budget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NFR-06  README + comprehensive tests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NFR-07  Frontend never calls distributor API or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749039"/>
            <a:ext cx="4206240" cy="25603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420624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840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Test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5196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4F4F5"/>
                </a:solidFill>
              </a:rPr>
              <a:t>• Backend pytest:  765 / 765 tests PASS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4F4F5"/>
                </a:solidFill>
              </a:rPr>
              <a:t>• Frontend Vitest: 26 / 26 tests PASS  (14 suites)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4F4F5"/>
                </a:solidFill>
              </a:rPr>
              <a:t>• Coverage: collectors · extraction · validation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4F4F5"/>
                </a:solidFill>
              </a:rPr>
              <a:t>•            search · alternatives · BOM ·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Ethics, Security &amp; Responsible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685800"/>
            <a:ext cx="5669280" cy="246888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68580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95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143000"/>
            <a:ext cx="5340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Official APIs used before any scraping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robots.txt checked for every new host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Rate limits respected: DigiKey 120/min, Mouser 30/min, Nexar 1000/month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1-second delay between all requests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Clear User-Agent with team contact address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685800"/>
            <a:ext cx="5669280" cy="246888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685800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7955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143000"/>
            <a:ext cx="5340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SHA-256 hash detects datasheet changes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Date and URL recorded for every download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Extracted facts stored; full datasheets not republished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Study-only licence — not for commercial use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No personal data collected at any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355848"/>
            <a:ext cx="5669280" cy="246888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335584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34655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3813048"/>
            <a:ext cx="5340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LLM cannot hallucinate — structured output with Pydantic schema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Prompt rules: 'Return null if value not in text'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Page text treated as data only — prompt injection mitigated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Every LLM call cached and logged with token count + cost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Human review queue as final safety 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355848"/>
            <a:ext cx="5669280" cy="246888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355848"/>
            <a:ext cx="5669280" cy="36576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34655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813048"/>
            <a:ext cx="5340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API keys in .env only — never in Git, browser, or LLM prompts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Frontend calls only /api/* — nginx proxies to backend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File upload limited to 5 MiB; MIME type validated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CORS restricted to frontend origin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4F4F5"/>
                </a:solidFill>
              </a:rPr>
              <a:t>• Pydantic validates every API input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6188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TRACE EVERY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6537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7452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3 distributor APIs  ·  300+ parts  ·  90 %+ PDF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7685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3-Tier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28600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Rules → LLM → Vision  ·  Cost-gated cascade  ·  13 fields per part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8833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6974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Unit conversion  ·  Range checks  ·  API cross-check  ·  Confidence scores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9981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Provenance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10896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Source file + page + tier + condition stored for every single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1129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NL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52044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Free-text to structured filter  ·  Editable chips  ·  ≤ 5 s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2277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Part Tooling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93192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Source Viewer  ·  Alternatives  ·  Side-by-side Compare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3425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43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BOM Risk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34340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Upload CSV  ·  Map columns  ·  Obsolescence + supply risk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4573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Review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7548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Human-in-the-loop triage  ·  Keyboard shortcuts  ·  Optimistic undo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5721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66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516636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80-part gold set  ·  6 experiments  ·  Charts + failure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68696"/>
            <a:ext cx="2011680" cy="338328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7FFF"/>
                </a:solidFill>
              </a:rPr>
              <a:t>Quality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57784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5"/>
                </a:solidFill>
              </a:rPr>
              <a:t>791 tests (100 % passing)  ·  CI/CD  ·  Docker  ·  &lt; 250 kB bundle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382512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66"/>
                </a:solidFill>
              </a:rPr>
              <a:t>PartPilot  ·  Web Data Mining Mini Project R5CO4201T  ·  MIT Licence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